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PHASE 1  |  AML BASELINE  |  TEAM T112  |  SECTION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Automatic Clothing
Category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Four classical ML algorithms x two visual representations on Fashion-MNIST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1. Anant Jain (anantjain-afk)  --  Repo setup, data pipeline, master notebook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2. Kartik Mehra (KartikMehra22)  --  Feature extraction (Pixels &amp; HOG), caching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3. Krishna Gehlot (NSTKrishna)  --  Logistic Regression baseline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4. Vipul Sharma (vs-code06)  --  k-NN baseline &amp; latency profiling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5. Aditya (AdityaInnovates)  --  Random Forest baseline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6. Utkarsh Jain (UJ474)  --  Linear SVM &amp; garment error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Can handcrafted features classify clothing?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Fashion-MNIST as a proxy for commercial inventory tagging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949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THE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70,000 grayscale 28x28 images   |   10 clothing categories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Train: 48,000  |  Val: 12,000  |  Test: 10,000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Pixels normalized: float32 in [0.0, 1.0]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Stratified split  (random_state=42)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39496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"Can fixed, handcrafted visual descriptors adequately classify clothing, or does fine-grained category confusion necessitate hierarchical features learned by a CNN?"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5760720" cy="4983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CLASS LABELS (10)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0 -- T-shirt/top         5 -- Sandal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1 -- Trouser             6 -- Shirt  (hardest)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2 -- Pullover            7 -- Sneaker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3 -- Dress               8 -- Bag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4 -- Coat                9 -- Ankle 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 Configurations Benchmarked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2 feature representations  x  4 classification algorithms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Dimensions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784-d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Flattened 28x28 normalized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324-d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 orient. / 7x7px cell / 2x2 blocks / L2-Hys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54680"/>
          <a:ext cx="5577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Best Pixels Config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Best HOG Config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C=0.1, lbfgs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C=0.1, lbfgs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k=7, distance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k=5, distance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200 trees, d=20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200 trees, d=inf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C=0.1, 2k iter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C=1.0, 2k iter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1463040"/>
            <a:ext cx="557784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Accuracy (overall % correct on test set)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Macro F1 (unweighted mean across 10 classes)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Per-class Recall (sensitivity per category)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Parameter Count: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- Weights for linear models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- MiB of training data for k-NN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- Node count for Random Forest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Inference Latency (ms/image, median of 5 runs,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on 1,000-image batches)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Master Comparison: All 8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Ranked by test accuracy on 10,000 held-out images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4299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Latency (ms)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87.43%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87.31%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1,693,570 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85.41%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85.40%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179.4 MiB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0.2741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3,250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84.35%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84.30%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2,458,016 nd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0.0291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84.23%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84.06%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3,250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0.0006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83.84%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83.85%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74.2 MiB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83.80%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83.57%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7,850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0.0013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 Key Takeaways from the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4572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984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Random Forest dominates overall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1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87.43% accuracy, +2.02pp over k-NN, +3.63pp over SVM. Non-linear boundaries from 200 trees are decisive.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4572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8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HOG helps linear models, hurts non-linear 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LogReg/SVM gain +0.23-0.43% with HOG (and 58.6% fewer params). RF/k-NN lose 3.08/1.57pp.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18688"/>
            <a:ext cx="4572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55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18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k-NN memory/latency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HOG cuts k-NN memory 58.7% (179-&gt;74 MiB) and latency 2.4x, at only 1.57pp accuracy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78808"/>
            <a:ext cx="4572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788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Linear classifiers are fastest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26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LogReg+HOG: 0.0004 ms/img -- 685x faster than k-NN. Essential for real-time inventory tagging.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4572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76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38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Shirt (class 6) universally hardest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86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Mean recall 57.7% across all 8 configs. No model exceeds 62.6%. A representation problem, not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PER-CLASS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Per-Class Recall -- Best Model (RF + Pixels, 87.43%)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5029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Trouser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96.1%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Sandal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Sneaker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Ankle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Dress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90.5%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T-shirt/top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Coat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81.1%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Pullover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Shirt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59.3%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Poor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0720" y="1280160"/>
            <a:ext cx="612648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371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CROSS-MODEL SHIRT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69164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Logistic Regression:  Pixels 57.1%  |  HOG 57.8%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k-NN:  Pixels 60.2%  |  HOG 62.6%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Random Forest:  Pixels 59.3%  |  HOG 59.4%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Linear SVM:  Pixels 50.7%  |  HOG 54.6%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Mean:  Pixels 56.8%  |  HOG 58.6%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4480560"/>
            <a:ext cx="6126480" cy="201168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4572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THE SHIRT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89204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model exceeds 62.6% Shirt recall.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 hyperparameter configurations converge to the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same ceiling -- a fundamental representation limit,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not a tuning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Shirt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Why fixed descriptors fail for fine-grained upper-body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CONFUSION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Shirt -&gt; T-shirt/top :  ~15-16% of Shirt test images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Shirt -&gt; Pullover    :  ~12-14% of Shirt test images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Pullover -&gt; Coat     :  ~8-10% of Pullover test images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At 28x28 px, collar shapes, button rows, plackets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and fabric weave become near-indistinguishable.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53949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5B4FC"/>
                </a:solidFill>
                <a:latin typeface="Calibri"/>
              </a:rPr>
              <a:t>Flattened Pixels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784 independent positions -- no translation invariance. A collar shifted upward changes many coordinates.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19472"/>
            <a:ext cx="53949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5B4FC"/>
                </a:solidFill>
                <a:latin typeface="Calibri"/>
              </a:rPr>
              <a:t>HOG Descriptors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Captures global edges but cannot learn which neckline edges are most diagnostic. Cell pooling removes fine spatial cues.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815584"/>
            <a:ext cx="53949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61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5B4FC"/>
                </a:solidFill>
                <a:latin typeface="Calibri"/>
              </a:rPr>
              <a:t>Linear Boundaries (LogReg/SVM)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81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 hyperplane cannot create discriminative evidence absent in the representation. Tuning C doesn't resolve feature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508760"/>
            <a:ext cx="57607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VISUAL EVIDENCE (SVM ERROR ANALYSIS)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202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Four artifacts confirm the finding auditably: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1. svm_pixels_confusion_matrix.png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 Full 10-class normalized confusion matrix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2. svm_pixels_upper_body_confusion.png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 Focused 4x4 sub-matrix: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 T-shirt / Pullover / Coat / Shirt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3. svm_pixels_2_as_4_gallery.png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 Pullover images misclassified as Coat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4. svm_pixels_6_as_0_gallery.png</a:t>
            </a:r>
          </a:p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   Shirt images misclassified as T-shirt/top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EFFICIENCY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Accuracy vs. Speed vs. Size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Latency (ms)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87.43%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1,693,570 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85.41%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0.2741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179.4 MiB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84.35%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0.0291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2,458,016 nd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84.32%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84.23%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0.0006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3,250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83.84%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74.2 MiB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Pix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83.80%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0.0013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7,850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371600"/>
            <a:ext cx="43891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DEPLOYMENT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7830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Maximum Accuracy: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RF + Pixels  --  87.43% at 0.026 ms/img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(&lt;1ms budget):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LogReg + HOG  --  84.55% at 0.0004 ms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SVM + HOG  --  84.23% at 0.0006 ms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Smallest Model (edge deployment):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LogReg / SVM + HOG  --  3,250 params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(58.6% fewer than pixel variants)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k-NN Caveat: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85.41% accuracy but 179 MiB storage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+ 685x slower than LogReg.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Not suitable for production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PHASE 2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a CNN Is the Logical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430000" cy="8229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The Gap: 57.7% mean Shirt recall -- across all 8 Phase 1 configurations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This is a representation failure, not a hyperparameter failure. No tuning of fixed features resolves overlapping garment silhouettes at 28x28 px.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5778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Shared Detectors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Convolutions share detectors across locations. A collar edge detector fires wherever the collar appears, not at a fixed coordinate.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77440"/>
            <a:ext cx="55778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Hierarchical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Stacked layers compose: edges -&gt; textures -&gt; collar shapes -&gt; garment semantic concept. Impossible with a single fixed transform.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5778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97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Translation Tolerance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5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Pooling ensures small garment position shifts don't corrupt the feature vector. Directly fixes the pixel flattening problem.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55778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End-to-End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0915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network discovers which local patterns are most diagnostic: button rows, collar shapes, plackets -- all fixed in HOG.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35040"/>
            <a:ext cx="11430000" cy="594360"/>
          </a:xfrm>
          <a:prstGeom prst="rect">
            <a:avLst/>
          </a:prstGeom>
          <a:solidFill>
            <a:srgbClr val="04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099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Success Criteria:  Shirt recall &gt; 62.6%  |  Reduced Shirt/T-shirt/Pullover confusion  |  Overall accuracy &gt; 87.43%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1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 complete, reproducible AML baseline for 10-class clothing classification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6858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Best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RF +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87.43%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Best Macro F1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RF + Pixels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87.31%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Fastest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LogReg + 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0.0004 ms/img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Most Compact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LogReg / SVM + HOG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3,250 parameters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Hardest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Shirt (class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57.7% mean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80560"/>
            <a:ext cx="68580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5720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  <a:latin typeface="Calibri"/>
              </a:rPr>
              <a:t>PHASE 1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8 standardized JSON result files in reports/results/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Master comparison notebook with charts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Error analysis report with visual evidence (4 figures)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SVM confusion matrices &amp; misclassification galleries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✓  Unit tests for all model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389120" cy="5120640"/>
          </a:xfrm>
          <a:prstGeom prst="rect">
            <a:avLst/>
          </a:prstGeom>
          <a:solidFill>
            <a:srgbClr val="042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874519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Phase 1 establishes a rigorous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baseline: all four models plateau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at the same fundamental limit.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Fine-grained upper-body garment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categories (Shirt, T-shirt, Pullover,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Coat) require spatial feature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composition that fixed descriptors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and linear boundaries cannot provide.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Phase 2 (CNN) will directly test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whether learned hierarchical spatial</a:t>
            </a:r>
          </a:p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features close the identified 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